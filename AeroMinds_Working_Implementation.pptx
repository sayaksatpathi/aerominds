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AeroMinds: Working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Aerial Waste Intelligence</a:t>
            </a:r>
          </a:p>
          <a:p>
            <a:r>
              <a:t>Detect • Assess • Respond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AeroMinds transforms raw aerial drone footage into actionable environmental intelligence.</a:t>
            </a:r>
          </a:p>
          <a:p>
            <a:pPr lvl="1"/>
            <a:r>
              <a:t>Leverages state-of-the-art YOLOv8 object detection.</a:t>
            </a:r>
          </a:p>
          <a:p>
            <a:pPr lvl="1"/>
            <a:r>
              <a:t>Autonomously identifies illegal dumping sites.</a:t>
            </a:r>
          </a:p>
          <a:p>
            <a:pPr lvl="1"/>
            <a:r>
              <a:t>Categorizes severity to streamline response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Intelligence Dashboard: Command center for urban sanitation.</a:t>
            </a:r>
          </a:p>
          <a:p>
            <a:r>
              <a:t>Aerial Inference: Drag-and-drop for high-res images &amp; videos.</a:t>
            </a:r>
          </a:p>
          <a:p>
            <a:r>
              <a:t>Severity Engine: Calculates waste coverage and cluster counts.</a:t>
            </a:r>
          </a:p>
          <a:p>
            <a:r>
              <a:t>Automated Pipeline: Tracks detections (DETECTED → CLEARED).</a:t>
            </a:r>
          </a:p>
          <a:p>
            <a:r>
              <a:t>Hardware Accelerated: PyTorch CUDA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Implementation: The Dataset &amp;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Architecture:</a:t>
            </a:r>
          </a:p>
          <a:p>
            <a:pPr lvl="1"/>
            <a:r>
              <a:t>Custom YOLOv8n fine-tuned model</a:t>
            </a:r>
          </a:p>
          <a:p>
            <a:pPr lvl="1"/>
            <a:r>
              <a:t>Dataset: Roboflow Aerial-Dumping-Sites (v6)</a:t>
            </a:r>
          </a:p>
          <a:p>
            <a:pPr lvl="1"/>
            <a:r>
              <a:t>Training Workflow established using train_yolo.py</a:t>
            </a:r>
          </a:p>
          <a:p>
            <a:pPr/>
            <a:r>
              <a:t>Model Deployment:</a:t>
            </a:r>
          </a:p>
          <a:p>
            <a:pPr lvl="1"/>
            <a:r>
              <a:t>Streamlit Interactive Dashboard</a:t>
            </a:r>
          </a:p>
          <a:p>
            <a:pPr lvl="1"/>
            <a:r>
              <a:t>Flask fallback REST API server</a:t>
            </a:r>
          </a:p>
          <a:p>
            <a:pPr lvl="1"/>
            <a:r>
              <a:t>Docker containerization for universal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aerial monitoring prevents wide-scale pollution.</a:t>
            </a:r>
          </a:p>
          <a:p>
            <a:r>
              <a:t>Faster response times to illegal dumping activities.</a:t>
            </a:r>
          </a:p>
          <a:p>
            <a:r>
              <a:t>Built to keep our environment clean, one flight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